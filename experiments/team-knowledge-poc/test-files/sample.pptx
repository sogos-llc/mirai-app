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  <p:nvPr>
            <p:ph type="ctrTitle"/>
          </p:nvPr>
        </p:nvSpPr>
        <p:txBody>
          <a:p>
            <a:r>
              <a:t>Team Knowledge Management</a:t>
            </a:r>
          </a:p>
        </p:txBody>
      </p:sp>
      <p:sp>
        <p:nvSpPr>
          <p:cNvPr id="2" name="Subtitle"/>
          <p:cNvSpPr/>
          <p:nvPr>
            <p:ph type="subTitle"/>
          </p:nvPr>
        </p:nvSpPr>
        <p:txBody>
          <a:p>
            <a:r>
              <a:t>A presentation about document extraction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  <p:nvPr>
            <p:ph type="title"/>
          </p:nvPr>
        </p:nvSpPr>
        <p:txBody>
          <a:p>
            <a:r>
              <a:t>Why Extract Documents?</a:t>
            </a:r>
          </a:p>
        </p:txBody>
      </p:sp>
      <p:sp>
        <p:nvSpPr>
          <p:cNvPr id="2" name="Content"/>
          <p:cNvSpPr/>
          <p:nvPr>
            <p:ph type="body"/>
          </p:nvPr>
        </p:nvSpPr>
        <p:txBody>
          <a:p>
            <a:r>
              <a:t>Enable AI-powered search and retrieval</a:t>
            </a:r>
          </a:p>
          <a:p>
            <a:r>
              <a:t>Create semantic embeddings for RAG</a:t>
            </a:r>
          </a:p>
          <a:p>
            <a:r>
              <a:t>Build knowledge graphs from documents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  <p:nvPr>
            <p:ph type="title"/>
          </p:nvPr>
        </p:nvSpPr>
        <p:txBody>
          <a:p>
            <a:r>
              <a:t>Next Steps</a:t>
            </a:r>
          </a:p>
        </p:txBody>
      </p:sp>
      <p:sp>
        <p:nvSpPr>
          <p:cNvPr id="2" name="Content"/>
          <p:cNvSpPr/>
          <p:nvPr>
            <p:ph type="body"/>
          </p:nvPr>
        </p:nvSpPr>
        <p:txBody>
          <a:p>
            <a:r>
              <a:t>Implement chunking strategies</a:t>
            </a:r>
          </a:p>
          <a:p>
            <a:r>
              <a:t>Add metadata extraction</a:t>
            </a:r>
          </a:p>
          <a:p>
            <a:r>
              <a:t>Integrate with vector database</a:t>
            </a:r>
          </a:p>
        </p:txBody>
      </p:sp>
    </p:spTree>
  </p:cSld>
</p:sld>
</file>